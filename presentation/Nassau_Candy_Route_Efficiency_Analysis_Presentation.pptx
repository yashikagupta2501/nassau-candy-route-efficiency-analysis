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4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Nassau Candy Route</a:t>
            </a:r>
            <a:br/>
            <a:r>
              <a:t>Efficiency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Shipment delays, route risk, lead-time and business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Analyze shipment efficiency across factories, regions, states, products, ship modes and routes.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Identify operational bottlenecks and high-risk routes.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Measure the business impact of shipment delays.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Provide practical logistics improvement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Dataset &amp; Overall 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Total Records: 10,194 | Valid Records: 9,009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Delayed Shipments: 2,147 | Overall Delay Rate: 23.83%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Average Lead Time: 466.28 days | Median Lead Time: 365 days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Total Sales: 124,778.22 | Total Gross Profit: 82,356.49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Total Units: 34,090 | Unique Factories: 5 | Unique Routes: 191 | Unique States: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Factory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Secret Factory recorded the highest delay rate: 26.67%.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Sugar Shack: 25.81%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Wicked Choccy's: 24.39%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Lot's O' Nuts: 23.38%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Other Factory recorded the lowest delay rate: 19.51%.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Region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Interior recorded the highest regional delay rate: 24.15%.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Pacific: 23.92% | Atlantic: 23.61% | Gulf: 23.60%.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Delay rates are relatively close across all four regions.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This suggests delays are not isolated to one geographic region.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Ship Mode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Standard Class recorded the highest delay rate: 33.68%.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Second Class recorded a 15.20%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Same Day and First Class recorded 0.00% delayed shipments.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Standard Class should be a priority area for service-level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Product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Wonka Bar - Milk Chocolate: 1,884 shipments; 469 delayed.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Wonka Bar - Scrumdiddlyumptious: 1,814 shipments; 417 delayed.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Wonka Bar - Triple Dazzle Caramel: 1,790 shipments; 427 delayed.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Wonka Bar - Nutty Crunch Surprise: 1,615 shipments; 385 delayed.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Wonka Bar - Fudge Mallows: 1,613 shipments; 377 delayed.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Top High-Risk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Wicked Choccy's → New Mexico: 64.71%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Other Factory → New York: 63.64%.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Lot's O' Nuts → New Mexico: 55.56%.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Wicked Choccy's → Indiana: 44.23%.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Lot's O' Nuts → Connecticut: 37.78%.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Lot's O' Nuts → Minnesota: 37.50%.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Lot's O' Nuts → New Jersey: 37.04%.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Wicked Choccy's → Tennessee: 34.92%.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Business Impact of Delays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Non-delayed shipments: 6,747 shipments, 93,586.63 sales, 61,752.25 gross profit, 25,547 units.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Delayed shipments: 2,097 shipments, 28,748.48 sales, 19,000.63 gross profit, 7,894 units.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Delayed shipments therefore involve substantial commercial activity.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Reducing delays can improve service reliability and protect business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Route Volume vs Lead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Correlation between route shipment volume and average lead time: 0.008.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This indicates almost no linear relationship between the two variables.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Higher shipment volume alone does not explain longer lead times.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Route-specific and operational factors should be investigated.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Prioritize routes with consistently high delay rates.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Review Standard Class processes because of its 33.68% delay rate.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Monitor high-volume products with large delayed shipment counts.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Investigate factory-level operational differences.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Track route-level delay and lead-time KPIs through a dashboard.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Use targeted logistics improvements rather than focusing only on shipment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44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Overall delay rate is 23.83%, indicating a meaningful logistics efficiency opportunity.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Secret Factory has the highest factory delay rate at 26.67%.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Interior has the highest regional delay rate at 24.15%.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Standard Class has the highest ship-mode delay rate at 33.68%.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High-risk routes require targeted investigation and monitoring.</a:t>
            </a:r>
          </a:p>
          <a:p>
            <a:pPr>
              <a:spcAft>
                <a:spcPts val="1200"/>
              </a:spcAft>
              <a:defRPr sz="1700">
                <a:solidFill>
                  <a:srgbClr val="232A32"/>
                </a:solidFill>
              </a:defRPr>
            </a:pPr>
            <a:r>
              <a:t>The analysis supports better route planning and operational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